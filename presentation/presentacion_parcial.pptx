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Seguridad ciudadana en el Perú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0292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Clustering y clasificación con datos oficiales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0292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Denuncias, victimización y percepción no describen lo mismo.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Preguntas y objetivos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0292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Identificar perfiles territoriales y clasificar victimización alta relativa.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0292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SIDPOL/MININTER, ENAPRES/MININTER-INEI y población INEI.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0292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Validación, limpieza, agregación, merge, features, EDA, modelos y auditoría.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0292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Evolución anual e indicadores ENAPRES.</a:t>
            </a:r>
          </a:p>
        </p:txBody>
      </p:sp>
      <p:pic>
        <p:nvPicPr>
          <p:cNvPr id="4" name="Picture 3" descr="01_evolucion_anual_denunc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005840"/>
            <a:ext cx="5669280" cy="278833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0292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Tasas por 100,000, proporciones, diversidad, brechas y rezagos.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Clustering: método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0292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K-Means y Agglomerative; k=2..7; métricas internas.</a:t>
            </a:r>
          </a:p>
        </p:txBody>
      </p:sp>
      <p:pic>
        <p:nvPicPr>
          <p:cNvPr id="4" name="Picture 3" descr="10_clustering_silhouet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005840"/>
            <a:ext cx="5669280" cy="278833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Clustering: 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0292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Modelo final: KMeans k=2.</a:t>
            </a:r>
          </a:p>
        </p:txBody>
      </p:sp>
      <p:pic>
        <p:nvPicPr>
          <p:cNvPr id="4" name="Picture 3" descr="08_pca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005840"/>
            <a:ext cx="5669280" cy="470370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Clasificación: método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0292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Target: percentil 75 anual de victimización; train 2019-2022, test 2023-2024.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0292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Random Forest superó baseline y logística.</a:t>
            </a:r>
          </a:p>
        </p:txBody>
      </p:sp>
      <p:pic>
        <p:nvPicPr>
          <p:cNvPr id="4" name="Picture 3" descr="12_matriz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005840"/>
            <a:ext cx="5669280" cy="502045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XAI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0292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Permutation importance para importancia predictiva.</a:t>
            </a:r>
          </a:p>
        </p:txBody>
      </p:sp>
      <p:pic>
        <p:nvPicPr>
          <p:cNvPr id="4" name="Picture 3" descr="15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005840"/>
            <a:ext cx="5669280" cy="350857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IA Responsable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0292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Sesgo de reporte, cobertura, encuesta, medición y estigmatización.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Impacto y recomendaciones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0292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Uso para diagnóstico territorial con supervisión humana.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Conclusiones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0292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Resultados útiles, pero exploratorios y no causales.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